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71" r:id="rId3"/>
    <p:sldId id="259" r:id="rId4"/>
    <p:sldId id="261" r:id="rId5"/>
    <p:sldId id="264" r:id="rId6"/>
    <p:sldId id="260" r:id="rId7"/>
    <p:sldId id="27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BB3128D-F0B9-483E-AB75-5CE779394E51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EF8A8DC-C2BB-4FC9-A277-9027BA1525E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584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128D-F0B9-483E-AB75-5CE779394E51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8A8DC-C2BB-4FC9-A277-9027BA152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979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128D-F0B9-483E-AB75-5CE779394E51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8A8DC-C2BB-4FC9-A277-9027BA1525E9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13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128D-F0B9-483E-AB75-5CE779394E51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8A8DC-C2BB-4FC9-A277-9027BA152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90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128D-F0B9-483E-AB75-5CE779394E51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8A8DC-C2BB-4FC9-A277-9027BA152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136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128D-F0B9-483E-AB75-5CE779394E51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8A8DC-C2BB-4FC9-A277-9027BA152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098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128D-F0B9-483E-AB75-5CE779394E51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8A8DC-C2BB-4FC9-A277-9027BA152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69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128D-F0B9-483E-AB75-5CE779394E51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8A8DC-C2BB-4FC9-A277-9027BA152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880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128D-F0B9-483E-AB75-5CE779394E51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8A8DC-C2BB-4FC9-A277-9027BA152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582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128D-F0B9-483E-AB75-5CE779394E51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8A8DC-C2BB-4FC9-A277-9027BA152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623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128D-F0B9-483E-AB75-5CE779394E51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8A8DC-C2BB-4FC9-A277-9027BA152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62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BB3128D-F0B9-483E-AB75-5CE779394E51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1EF8A8DC-C2BB-4FC9-A277-9027BA152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000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68A324-9D05-3470-290B-F14424028564}"/>
              </a:ext>
            </a:extLst>
          </p:cNvPr>
          <p:cNvSpPr txBox="1"/>
          <p:nvPr/>
        </p:nvSpPr>
        <p:spPr>
          <a:xfrm>
            <a:off x="717754" y="611991"/>
            <a:ext cx="1089414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Graph Convolutional Neural Network (GCNN) Modelling for Hub-Gene identification in Alzheimer’s Disease Using Integrated Co-expression and Protein-Protein Interaction(PPI) analysis with Cross-Dataset Validation</a:t>
            </a:r>
            <a:r>
              <a:rPr lang="en-I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IN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F2D0D-AD38-0995-977C-8D3F0FD3CC93}"/>
              </a:ext>
            </a:extLst>
          </p:cNvPr>
          <p:cNvSpPr txBox="1"/>
          <p:nvPr/>
        </p:nvSpPr>
        <p:spPr>
          <a:xfrm>
            <a:off x="4195860" y="1870697"/>
            <a:ext cx="60960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>
              <a:buNone/>
            </a:pPr>
            <a:r>
              <a:rPr lang="en-IN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FALGUNI YADAV (UG/02/BTCSE/2022/012)</a:t>
            </a: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>
              <a:buNone/>
            </a:pPr>
            <a:r>
              <a:rPr lang="en-IN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RUCHI SINGH (UG/02/BTCSE/2022/054)</a:t>
            </a: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>
              <a:buNone/>
            </a:pPr>
            <a:r>
              <a:rPr lang="en-IN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CHAITI BAIN (UG/02/BTCSE/2022/055)</a:t>
            </a: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B1002F-6D9B-64F7-ED62-9308A586C316}"/>
              </a:ext>
            </a:extLst>
          </p:cNvPr>
          <p:cNvSpPr txBox="1"/>
          <p:nvPr/>
        </p:nvSpPr>
        <p:spPr>
          <a:xfrm>
            <a:off x="4218040" y="406860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977562-45FE-F0E4-0685-28A78DA68A2C}"/>
              </a:ext>
            </a:extLst>
          </p:cNvPr>
          <p:cNvSpPr txBox="1"/>
          <p:nvPr/>
        </p:nvSpPr>
        <p:spPr>
          <a:xfrm>
            <a:off x="3655084" y="4609811"/>
            <a:ext cx="631231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endParaRPr lang="en-IN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Mr. Arup Mallick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Assistant Professor </a:t>
            </a:r>
          </a:p>
          <a:p>
            <a:pPr rtl="0">
              <a:buNone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Adamas University</a:t>
            </a:r>
            <a:endParaRPr lang="en-IN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EB8EA0-AA1F-FD63-55A2-F611E8E92C4E}"/>
              </a:ext>
            </a:extLst>
          </p:cNvPr>
          <p:cNvSpPr txBox="1"/>
          <p:nvPr/>
        </p:nvSpPr>
        <p:spPr>
          <a:xfrm>
            <a:off x="2603033" y="17109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highlight>
                  <a:srgbClr val="808080"/>
                </a:highlight>
                <a:latin typeface="Arial Rounded MT Bold" panose="020F0704030504030204" pitchFamily="34" charset="0"/>
              </a:rPr>
              <a:t>Presented by</a:t>
            </a:r>
          </a:p>
        </p:txBody>
      </p:sp>
      <p:pic>
        <p:nvPicPr>
          <p:cNvPr id="10" name="Picture 2" descr="Adamas University Admission 2024 - 2025, Fees, Courses, Placements ...">
            <a:extLst>
              <a:ext uri="{FF2B5EF4-FFF2-40B4-BE49-F238E27FC236}">
                <a16:creationId xmlns:a16="http://schemas.microsoft.com/office/drawing/2014/main" id="{28E1D77A-6944-64D5-22C0-51771E87C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795" y="3000629"/>
            <a:ext cx="1602658" cy="141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7958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F1B13D-C281-46BB-C80B-58AD36C14F5B}"/>
              </a:ext>
            </a:extLst>
          </p:cNvPr>
          <p:cNvSpPr txBox="1"/>
          <p:nvPr/>
        </p:nvSpPr>
        <p:spPr>
          <a:xfrm>
            <a:off x="3967315" y="739392"/>
            <a:ext cx="42573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BF4162-1A09-51D6-7C55-AC0CEB15F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308" y="1583911"/>
            <a:ext cx="10235381" cy="3690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Alzheimer’s disease is a progressive neurodegenerative disorder.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leads to memory loss, cognitive decline, and impaired daily functioning.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disease is associated with genetic and molecular changes.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Identifying important genes involved in the disease can improve understanding and treatment.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Computational approaches help analyze large biological datasets.</a:t>
            </a:r>
          </a:p>
        </p:txBody>
      </p:sp>
      <p:pic>
        <p:nvPicPr>
          <p:cNvPr id="1027" name="Picture 3" descr="Alzheimer's Disease Brain, Illustration - Stock Image - C027/6379 - Science  Photo Library">
            <a:extLst>
              <a:ext uri="{FF2B5EF4-FFF2-40B4-BE49-F238E27FC236}">
                <a16:creationId xmlns:a16="http://schemas.microsoft.com/office/drawing/2014/main" id="{2E887109-38F5-F089-EDBB-F723E2D0D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1764275"/>
            <a:ext cx="2580968" cy="1664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974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29D772-B390-33EF-AC2B-470F0F8AD85E}"/>
              </a:ext>
            </a:extLst>
          </p:cNvPr>
          <p:cNvSpPr txBox="1"/>
          <p:nvPr/>
        </p:nvSpPr>
        <p:spPr>
          <a:xfrm>
            <a:off x="3048000" y="89671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4E26BC-2297-3373-FB7A-B4AFF09BA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9869" y="1992986"/>
            <a:ext cx="9603976" cy="245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gene analysis methods do not capture complex gene interactions.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Alzheimer’s disease involves multiple interacting genes and biological pathways.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need for advanced computational models to analyze gene networks.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Identifying key hub genes can help in understanding disease mechanisms.</a:t>
            </a:r>
          </a:p>
        </p:txBody>
      </p:sp>
    </p:spTree>
    <p:extLst>
      <p:ext uri="{BB962C8B-B14F-4D97-AF65-F5344CB8AC3E}">
        <p14:creationId xmlns:p14="http://schemas.microsoft.com/office/powerpoint/2010/main" val="4272831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8B8565-F385-EAEE-B946-A395233DCBF2}"/>
              </a:ext>
            </a:extLst>
          </p:cNvPr>
          <p:cNvSpPr txBox="1"/>
          <p:nvPr/>
        </p:nvSpPr>
        <p:spPr>
          <a:xfrm>
            <a:off x="3151238" y="759231"/>
            <a:ext cx="58895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1BE6DF-49C5-E180-7DE7-84D84C716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412" y="1753519"/>
            <a:ext cx="11002298" cy="3690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Alzheimer’s disease gene expression datasets from GEO database.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Differentially Expressed Genes (DEGs).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construct gene interaction networks using co-expression and protein–protein interaction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apply Graph Convolutional Neural Network (GCNN) for network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highly influential hub genes associated with Alzheimer’s disease.</a:t>
            </a:r>
          </a:p>
        </p:txBody>
      </p:sp>
    </p:spTree>
    <p:extLst>
      <p:ext uri="{BB962C8B-B14F-4D97-AF65-F5344CB8AC3E}">
        <p14:creationId xmlns:p14="http://schemas.microsoft.com/office/powerpoint/2010/main" val="696720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CEA050-009F-D45C-10F9-FF5389293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091" y="3917737"/>
            <a:ext cx="3541101" cy="25649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961CB-3914-8A46-1EC3-7A4AF1736680}"/>
              </a:ext>
            </a:extLst>
          </p:cNvPr>
          <p:cNvSpPr txBox="1"/>
          <p:nvPr/>
        </p:nvSpPr>
        <p:spPr>
          <a:xfrm>
            <a:off x="2448206" y="605481"/>
            <a:ext cx="72955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2BF720-B38E-5985-1742-89DC89D82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483" y="1510013"/>
            <a:ext cx="8053808" cy="3690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 gene expression datasets from GEO database.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data preprocessing and normalization.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Differentially Expressed Genes (DEGs).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gene co-expression and protein–protein interaction networks.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Graph Convolutional Neural Network (GCNN).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highly influential hub genes.</a:t>
            </a:r>
          </a:p>
        </p:txBody>
      </p:sp>
    </p:spTree>
    <p:extLst>
      <p:ext uri="{BB962C8B-B14F-4D97-AF65-F5344CB8AC3E}">
        <p14:creationId xmlns:p14="http://schemas.microsoft.com/office/powerpoint/2010/main" val="3037356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61129B-294E-1ED7-0753-DF3D8B23B7D0}"/>
              </a:ext>
            </a:extLst>
          </p:cNvPr>
          <p:cNvSpPr txBox="1"/>
          <p:nvPr/>
        </p:nvSpPr>
        <p:spPr>
          <a:xfrm>
            <a:off x="2868561" y="1156323"/>
            <a:ext cx="60615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7026C-9E00-E669-2A58-5C32C3B492A9}"/>
              </a:ext>
            </a:extLst>
          </p:cNvPr>
          <p:cNvSpPr txBox="1"/>
          <p:nvPr/>
        </p:nvSpPr>
        <p:spPr>
          <a:xfrm>
            <a:off x="2536723" y="4857136"/>
            <a:ext cx="2762864" cy="1189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88340D-7EE6-502A-54CC-06B8DEDE5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181" y="2199464"/>
            <a:ext cx="7275068" cy="245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Identification of important hub genes in Alzheimer’s disease.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understanding of gene interaction networks.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Potential biomarkers for early diagnosis.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Possible targets for future therapeutic research.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BA6316-A4C5-977C-94DC-5862FB59D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2" t="28960" r="8901"/>
          <a:stretch>
            <a:fillRect/>
          </a:stretch>
        </p:blipFill>
        <p:spPr>
          <a:xfrm>
            <a:off x="7922899" y="4117760"/>
            <a:ext cx="3777487" cy="219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58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06BD5D-904B-5411-732A-496ADBB04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98CBC-8C7C-D792-CE34-C55B3AD9CF8C}"/>
              </a:ext>
            </a:extLst>
          </p:cNvPr>
          <p:cNvSpPr txBox="1"/>
          <p:nvPr/>
        </p:nvSpPr>
        <p:spPr>
          <a:xfrm>
            <a:off x="2438400" y="2360414"/>
            <a:ext cx="79857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IN" sz="9600" b="1" cap="all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9600" cap="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52439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32</TotalTime>
  <Words>331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Rounded MT Bold</vt:lpstr>
      <vt:lpstr>Corbel</vt:lpstr>
      <vt:lpstr>Times New Roman</vt:lpstr>
      <vt:lpstr>Wingdings</vt:lpstr>
      <vt:lpstr>Basis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FALGUNI YADAV</dc:creator>
  <cp:lastModifiedBy>FALGUNI YADAV</cp:lastModifiedBy>
  <cp:revision>3</cp:revision>
  <dcterms:created xsi:type="dcterms:W3CDTF">2026-03-03T13:07:58Z</dcterms:created>
  <dcterms:modified xsi:type="dcterms:W3CDTF">2026-03-05T11:15:12Z</dcterms:modified>
</cp:coreProperties>
</file>